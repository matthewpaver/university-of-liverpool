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81"/>
  </p:normalViewPr>
  <p:slideViewPr>
    <p:cSldViewPr snapToGrid="0">
      <p:cViewPr varScale="1">
        <p:scale>
          <a:sx n="107" d="100"/>
          <a:sy n="107" d="100"/>
        </p:scale>
        <p:origin x="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65D2EA-8107-B141-9818-434036DFD7A9}" type="datetimeFigureOut">
              <a:rPr lang="en-AT" smtClean="0"/>
              <a:t>20.11.23</a:t>
            </a:fld>
            <a:endParaRPr lang="en-A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01EC60-87D6-2646-AF1A-41E37D927BE2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057191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1EC60-87D6-2646-AF1A-41E37D927BE2}" type="slidenum">
              <a:rPr lang="en-AT" smtClean="0"/>
              <a:t>6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629095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1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B9E84-E94F-DD45-80A8-131BE3603BFD}" type="datetimeFigureOut">
              <a:rPr lang="en-AT" smtClean="0"/>
              <a:t>20.11.23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708F6-A492-1C4D-B0E0-B47753AFA712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598472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B9E84-E94F-DD45-80A8-131BE3603BFD}" type="datetimeFigureOut">
              <a:rPr lang="en-AT" smtClean="0"/>
              <a:t>20.11.23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708F6-A492-1C4D-B0E0-B47753AFA712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38169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5" y="5486400"/>
            <a:ext cx="10212916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5" y="3852863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B9E84-E94F-DD45-80A8-131BE3603BFD}" type="datetimeFigureOut">
              <a:rPr lang="en-AT" smtClean="0"/>
              <a:t>20.11.23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708F6-A492-1C4D-B0E0-B47753AFA712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326508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28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B9E84-E94F-DD45-80A8-131BE3603BFD}" type="datetimeFigureOut">
              <a:rPr lang="en-AT" smtClean="0"/>
              <a:t>20.11.23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708F6-A492-1C4D-B0E0-B47753AFA712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19326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928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928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B9E84-E94F-DD45-80A8-131BE3603BFD}" type="datetimeFigureOut">
              <a:rPr lang="en-AT" smtClean="0"/>
              <a:t>20.11.23</a:t>
            </a:fld>
            <a:endParaRPr lang="en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708F6-A492-1C4D-B0E0-B47753AFA712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012223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B9E84-E94F-DD45-80A8-131BE3603BFD}" type="datetimeFigureOut">
              <a:rPr lang="en-AT" smtClean="0"/>
              <a:t>20.11.23</a:t>
            </a:fld>
            <a:endParaRPr lang="en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708F6-A492-1C4D-B0E0-B47753AFA712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019017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B9E84-E94F-DD45-80A8-131BE3603BFD}" type="datetimeFigureOut">
              <a:rPr lang="en-AT" smtClean="0"/>
              <a:t>20.11.23</a:t>
            </a:fld>
            <a:endParaRPr lang="en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708F6-A492-1C4D-B0E0-B47753AFA712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422149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0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B9E84-E94F-DD45-80A8-131BE3603BFD}" type="datetimeFigureOut">
              <a:rPr lang="en-AT" smtClean="0"/>
              <a:t>20.11.23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708F6-A492-1C4D-B0E0-B47753AFA712}" type="slidenum">
              <a:rPr lang="en-AT" smtClean="0"/>
              <a:t>‹#›</a:t>
            </a:fld>
            <a:endParaRPr lang="en-AT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0363200" cy="494284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803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5495278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12776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2336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B9E84-E94F-DD45-80A8-131BE3603BFD}" type="datetimeFigureOut">
              <a:rPr lang="en-AT" smtClean="0"/>
              <a:t>20.11.23</a:t>
            </a:fld>
            <a:endParaRPr lang="en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708F6-A492-1C4D-B0E0-B47753AFA712}" type="slidenum">
              <a:rPr lang="en-AT" smtClean="0"/>
              <a:t>‹#›</a:t>
            </a:fld>
            <a:endParaRPr lang="en-AT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290375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B9E84-E94F-DD45-80A8-131BE3603BFD}" type="datetimeFigureOut">
              <a:rPr lang="en-AT" smtClean="0"/>
              <a:t>20.11.23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708F6-A492-1C4D-B0E0-B47753AFA712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50208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336800" cy="58515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B9E84-E94F-DD45-80A8-131BE3603BFD}" type="datetimeFigureOut">
              <a:rPr lang="en-AT" smtClean="0"/>
              <a:t>20.11.23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708F6-A492-1C4D-B0E0-B47753AFA712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130598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25438"/>
            <a:ext cx="10160000" cy="1143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067627" y="-121920"/>
            <a:ext cx="1246293" cy="71323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11067627" y="5753100"/>
            <a:ext cx="1246293" cy="83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4B9708F6-A492-1C4D-B0E0-B47753AFA712}" type="slidenum">
              <a:rPr lang="en-AT" smtClean="0"/>
              <a:t>‹#›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510428" y="3987800"/>
            <a:ext cx="2367281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474869" y="1584960"/>
            <a:ext cx="2438399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F29B9E84-E94F-DD45-80A8-131BE3603BFD}" type="datetimeFigureOut">
              <a:rPr lang="en-AT" smtClean="0"/>
              <a:t>20.11.23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164355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800" kern="1200">
          <a:solidFill>
            <a:schemeClr val="tx1"/>
          </a:solidFill>
          <a:latin typeface="Arial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500" kern="1200">
          <a:solidFill>
            <a:schemeClr val="tx1"/>
          </a:solidFill>
          <a:latin typeface="Arial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2200" kern="1200">
          <a:solidFill>
            <a:schemeClr val="tx1"/>
          </a:solidFill>
          <a:latin typeface="Arial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Arial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Arial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41036-A123-0DD3-758D-4BFB97E8FD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T" dirty="0"/>
              <a:t>Lecture 17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35250F-C5E4-9B54-098E-8F464B3ECA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648355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04E3E-FF14-16CE-572A-B0B063AA9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338CF-1978-AA8D-14A0-BFBD765F0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Weekly survey</a:t>
            </a:r>
          </a:p>
          <a:p>
            <a:r>
              <a:rPr lang="en-AT" dirty="0"/>
              <a:t>Week 7 assessment</a:t>
            </a:r>
          </a:p>
          <a:p>
            <a:r>
              <a:rPr lang="en-AT" dirty="0"/>
              <a:t>Practical SQL assignment</a:t>
            </a:r>
          </a:p>
          <a:p>
            <a:pPr lvl="1"/>
            <a:r>
              <a:rPr lang="en-AT" dirty="0"/>
              <a:t>Due to an issue with a single ELP, you will first get individual feedback later tonight</a:t>
            </a:r>
          </a:p>
          <a:p>
            <a:r>
              <a:rPr lang="en-AT" dirty="0"/>
              <a:t>If time permits: more on exam questions</a:t>
            </a:r>
          </a:p>
        </p:txBody>
      </p:sp>
    </p:spTree>
    <p:extLst>
      <p:ext uri="{BB962C8B-B14F-4D97-AF65-F5344CB8AC3E}">
        <p14:creationId xmlns:p14="http://schemas.microsoft.com/office/powerpoint/2010/main" val="2419087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C0B7A-D655-D3D0-F331-F5849B3A7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Weekly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011FA-0F35-2EA5-B0B8-4517AB211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Positive: </a:t>
            </a:r>
            <a:br>
              <a:rPr lang="en-GB" dirty="0"/>
            </a:br>
            <a:r>
              <a:rPr lang="en-GB" dirty="0"/>
              <a:t>Really liked the </a:t>
            </a:r>
            <a:r>
              <a:rPr lang="en-GB" dirty="0" err="1"/>
              <a:t>diagramatic</a:t>
            </a:r>
            <a:r>
              <a:rPr lang="en-GB" dirty="0"/>
              <a:t> style of explanations and examples, very visual and aided me.</a:t>
            </a:r>
            <a:br>
              <a:rPr lang="en-GB" dirty="0"/>
            </a:br>
            <a:r>
              <a:rPr lang="en-GB" dirty="0"/>
              <a:t>Loved the layout of slides easy readable.</a:t>
            </a:r>
            <a:br>
              <a:rPr lang="en-GB" dirty="0"/>
            </a:br>
            <a:r>
              <a:rPr lang="en-GB" dirty="0"/>
              <a:t>Liked the nice pace Rasmus went at easy to pick up knowledge.</a:t>
            </a:r>
          </a:p>
          <a:p>
            <a:r>
              <a:rPr lang="en-GB" dirty="0"/>
              <a:t>Response: Thank you! That is nice to hear!</a:t>
            </a:r>
          </a:p>
        </p:txBody>
      </p:sp>
    </p:spTree>
    <p:extLst>
      <p:ext uri="{BB962C8B-B14F-4D97-AF65-F5344CB8AC3E}">
        <p14:creationId xmlns:p14="http://schemas.microsoft.com/office/powerpoint/2010/main" val="3718208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0CD11-139C-13AA-15B9-A79CBB8B4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Weekly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B1160-DF1B-0F93-79FC-55526F7A6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T" dirty="0"/>
              <a:t>Negative:</a:t>
            </a:r>
            <a:br>
              <a:rPr lang="en-AT" dirty="0"/>
            </a:br>
            <a:r>
              <a:rPr lang="en-GB" dirty="0"/>
              <a:t>There was just slight issue, I do not blame Rasmus he has to make the task difficult so can be fair at same time. But for SQL assignment 2 I do not get question 5 at all, I do not believe not that it is possible to complete task. Could Rasmus give guidance on model answer </a:t>
            </a:r>
            <a:r>
              <a:rPr lang="en-GB" dirty="0" err="1"/>
              <a:t>pleease</a:t>
            </a:r>
            <a:r>
              <a:rPr lang="en-GB" dirty="0"/>
              <a:t> thanks.</a:t>
            </a:r>
            <a:endParaRPr lang="en-AT" dirty="0"/>
          </a:p>
          <a:p>
            <a:r>
              <a:rPr lang="en-AT" dirty="0">
                <a:solidFill>
                  <a:srgbClr val="FF0000"/>
                </a:solidFill>
              </a:rPr>
              <a:t>Response: </a:t>
            </a:r>
            <a:r>
              <a:rPr lang="en-AT" dirty="0"/>
              <a:t>I will do so today! Note, you are allowed to ask questions and certainly should do so if you feel that a question is unclear. Indeed the assignment even directly mentions that while you can ask questions, for questions 6 and 7 this is the only kind that will get an answer</a:t>
            </a:r>
          </a:p>
        </p:txBody>
      </p:sp>
    </p:spTree>
    <p:extLst>
      <p:ext uri="{BB962C8B-B14F-4D97-AF65-F5344CB8AC3E}">
        <p14:creationId xmlns:p14="http://schemas.microsoft.com/office/powerpoint/2010/main" val="1985264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0519A-D7A9-5334-EE5E-D7E1DF887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Weekly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445E9-1C1D-9A50-A06E-573ADE9D9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2272253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FF98F-D8A5-BB64-FAF9-52CD95612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SQL assignment individual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F4E2E-FB39-DC9D-3ED9-D00B0955D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160000" cy="5257800"/>
          </a:xfrm>
        </p:spPr>
        <p:txBody>
          <a:bodyPr>
            <a:normAutofit fontScale="92500" lnSpcReduction="20000"/>
          </a:bodyPr>
          <a:lstStyle/>
          <a:p>
            <a:r>
              <a:rPr lang="en-AT" dirty="0"/>
              <a:t>Individual feedback will be released later tonight</a:t>
            </a:r>
          </a:p>
          <a:p>
            <a:r>
              <a:rPr lang="en-AT" dirty="0"/>
              <a:t>Most everybody got the grade they were aiming for (except question 7)</a:t>
            </a:r>
          </a:p>
          <a:p>
            <a:r>
              <a:rPr lang="en-AT" dirty="0"/>
              <a:t>A few made major mistakes, such as incl. CREATE DATABASE &lt;something&gt;; or USE &lt;something&gt;;</a:t>
            </a:r>
          </a:p>
          <a:p>
            <a:pPr lvl="1"/>
            <a:r>
              <a:rPr lang="en-AT" dirty="0"/>
              <a:t>I fixed such issues because otherwise, such students would get a very low grade, at a cost of 5 points (but not below 40)</a:t>
            </a:r>
          </a:p>
          <a:p>
            <a:r>
              <a:rPr lang="en-AT" dirty="0"/>
              <a:t>If you feel: </a:t>
            </a:r>
            <a:r>
              <a:rPr lang="en-AT" b="1" dirty="0"/>
              <a:t>”Ohh, this is not fair. I was sooo close and that should count for something!”</a:t>
            </a:r>
          </a:p>
          <a:p>
            <a:pPr lvl="1"/>
            <a:r>
              <a:rPr lang="en-AT" dirty="0"/>
              <a:t>Ok, prove it! If you can make a </a:t>
            </a:r>
            <a:r>
              <a:rPr lang="en-AT" b="1" dirty="0"/>
              <a:t>small</a:t>
            </a:r>
            <a:r>
              <a:rPr lang="en-AT" dirty="0"/>
              <a:t> change to your submission that will give you a higher grade, do so and send it to me on email</a:t>
            </a:r>
          </a:p>
          <a:p>
            <a:pPr lvl="1"/>
            <a:r>
              <a:rPr lang="en-AT" dirty="0"/>
              <a:t>I will verify that it is indeed a small change and then replace your submission with this new one, at a cost of </a:t>
            </a:r>
            <a:r>
              <a:rPr lang="en-AT" b="1" dirty="0"/>
              <a:t>5 points </a:t>
            </a:r>
            <a:r>
              <a:rPr lang="en-AT" dirty="0"/>
              <a:t>(except not below 40) – if I already fixed a major mistake like the above, you will lose 5 points in total</a:t>
            </a:r>
            <a:endParaRPr lang="en-AT" b="1" dirty="0"/>
          </a:p>
        </p:txBody>
      </p:sp>
    </p:spTree>
    <p:extLst>
      <p:ext uri="{BB962C8B-B14F-4D97-AF65-F5344CB8AC3E}">
        <p14:creationId xmlns:p14="http://schemas.microsoft.com/office/powerpoint/2010/main" val="996694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08C73-750B-2D25-25DD-53C20D14C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Practical SQL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6D403-DF9D-F5FA-436B-0EF52ED95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Statistics</a:t>
            </a:r>
          </a:p>
          <a:p>
            <a:r>
              <a:rPr lang="en-AT" dirty="0"/>
              <a:t>For each question from 1 to 7:</a:t>
            </a:r>
          </a:p>
          <a:p>
            <a:pPr lvl="1"/>
            <a:r>
              <a:rPr lang="en-AT" dirty="0"/>
              <a:t>What is the question about</a:t>
            </a:r>
          </a:p>
          <a:p>
            <a:pPr lvl="1"/>
            <a:r>
              <a:rPr lang="en-AT" dirty="0"/>
              <a:t>A solution to it (and perhaps some variants)</a:t>
            </a:r>
          </a:p>
          <a:p>
            <a:pPr lvl="1"/>
            <a:r>
              <a:rPr lang="en-AT" dirty="0"/>
              <a:t>Common mistakes</a:t>
            </a:r>
          </a:p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2915817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ST theme powerpoint">
  <a:themeElements>
    <a:clrScheme name="Custom 8">
      <a:dk1>
        <a:srgbClr val="374C22"/>
      </a:dk1>
      <a:lt1>
        <a:sysClr val="window" lastClr="FFFFFF"/>
      </a:lt1>
      <a:dk2>
        <a:srgbClr val="194431"/>
      </a:dk2>
      <a:lt2>
        <a:srgbClr val="F0E6C3"/>
      </a:lt2>
      <a:accent1>
        <a:srgbClr val="F8C000"/>
      </a:accent1>
      <a:accent2>
        <a:srgbClr val="F88600"/>
      </a:accent2>
      <a:accent3>
        <a:srgbClr val="F83500"/>
      </a:accent3>
      <a:accent4>
        <a:srgbClr val="8B723D"/>
      </a:accent4>
      <a:accent5>
        <a:srgbClr val="818B3D"/>
      </a:accent5>
      <a:accent6>
        <a:srgbClr val="586215"/>
      </a:accent6>
      <a:hlink>
        <a:srgbClr val="FF621D"/>
      </a:hlink>
      <a:folHlink>
        <a:srgbClr val="F3D260"/>
      </a:folHlink>
    </a:clrScheme>
    <a:fontScheme name="Adjacency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>
    <a:spDef>
      <a:spPr>
        <a:ln w="63500">
          <a:tailEnd type="triangle"/>
        </a:ln>
      </a:spPr>
      <a:bodyPr rtlCol="0" anchor="ctr"/>
      <a:lstStyle>
        <a:defPPr algn="ctr">
          <a:defRPr/>
        </a:defPPr>
      </a:lstStyle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spDef>
    <a:lnDef>
      <a:spPr>
        <a:ln w="63500">
          <a:tailEnd type="triangl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IST theme powerpoint</Template>
  <TotalTime>69</TotalTime>
  <Words>428</Words>
  <Application>Microsoft Macintosh PowerPoint</Application>
  <PresentationFormat>Widescreen</PresentationFormat>
  <Paragraphs>29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IST theme powerpoint</vt:lpstr>
      <vt:lpstr>Lecture 17</vt:lpstr>
      <vt:lpstr>Overview</vt:lpstr>
      <vt:lpstr>Weekly survey</vt:lpstr>
      <vt:lpstr>Weekly survey</vt:lpstr>
      <vt:lpstr>Weekly assessment</vt:lpstr>
      <vt:lpstr>SQL assignment individual feedback</vt:lpstr>
      <vt:lpstr>Practical SQL 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17</dc:title>
  <dc:creator>Ibsen-Jensen, Rasmus</dc:creator>
  <cp:lastModifiedBy>Ibsen-Jensen, Rasmus</cp:lastModifiedBy>
  <cp:revision>2</cp:revision>
  <dcterms:created xsi:type="dcterms:W3CDTF">2023-11-20T20:38:34Z</dcterms:created>
  <dcterms:modified xsi:type="dcterms:W3CDTF">2023-11-20T21:48:17Z</dcterms:modified>
</cp:coreProperties>
</file>